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자동 부동산 리포트 (News 포함)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대상지: 충북 청주시 서원구 개신동 1-1</a:t>
            </a:r>
          </a:p>
          <a:p>
            <a:r>
              <a:t>생성일: 2025-08-10 14:26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요약 KPI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04800">
                <a:tc>
                  <a:txBody>
                    <a:bodyPr/>
                    <a:lstStyle/>
                    <a:p>
                      <a:r>
                        <a:t>지표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값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월간_평균_매매가(만원)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23,540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월간_평균_전세가(만원)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16,775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전세가율_최근월(%)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71.30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매매가_전월대비(만원)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전세가_전월대비(만원)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720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최근_경매_평균_낙찰가율(%)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86.18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인구_최근월(명)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19,053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연간_공급물량(최근연도,세대)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437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취업자_최근월(명)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247,895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PIR_최근월(배)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4.25</a:t>
                      </a: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t>PIR_전월대비(배)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매매 vs 전세가 추이</a:t>
            </a:r>
          </a:p>
        </p:txBody>
      </p:sp>
      <p:pic>
        <p:nvPicPr>
          <p:cNvPr id="3" name="Picture 2" descr="news_sale_vs_je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전세가율 추이</a:t>
            </a:r>
          </a:p>
        </p:txBody>
      </p:sp>
      <p:pic>
        <p:nvPicPr>
          <p:cNvPr id="3" name="Picture 2" descr="news_jeonse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PIR 추이</a:t>
            </a:r>
          </a:p>
        </p:txBody>
      </p:sp>
      <p:pic>
        <p:nvPicPr>
          <p:cNvPr id="3" name="Picture 2" descr="news_p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인구 추이</a:t>
            </a:r>
          </a:p>
        </p:txBody>
      </p:sp>
      <p:pic>
        <p:nvPicPr>
          <p:cNvPr id="3" name="Picture 2" descr="news_pop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준공 물량(공급)</a:t>
            </a:r>
          </a:p>
        </p:txBody>
      </p:sp>
      <p:pic>
        <p:nvPicPr>
          <p:cNvPr id="3" name="Picture 2" descr="news_su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일자리(취업자) 추이</a:t>
            </a:r>
          </a:p>
        </p:txBody>
      </p:sp>
      <p:pic>
        <p:nvPicPr>
          <p:cNvPr id="3" name="Picture 2" descr="news_jo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경매 낙찰가율 추이</a:t>
            </a:r>
          </a:p>
        </p:txBody>
      </p:sp>
      <p:pic>
        <p:nvPicPr>
          <p:cNvPr id="3" name="Picture 2" descr="news_a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79248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최근 1개월 뉴스 (청주시 하이닉스)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487680">
                <a:tc>
                  <a:txBody>
                    <a:bodyPr/>
                    <a:lstStyle/>
                    <a:p>
                      <a:r>
                        <a:t>제목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매체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게재일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링크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2025-08-09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2025-08-06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2025-08-03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2025-07-31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2025-07-28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2025-07-25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2025-07-22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r>
                        <a:t>[모의] 청주시 하이닉스 관련 투자·고용 소식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모의뉴스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2025-07-19 14:26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https://example.com/news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